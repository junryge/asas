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 b="1">
          <a:latin typeface="Malgun Gothic"/>
          <a:ea typeface="맑은 고딕"/>
        </a:defRPr>
      </a:lvl1pPr>
    </p:titleStyle>
    <p:bodyStyle>
      <a:lvl1pPr>
        <a:defRPr sz="2000">
          <a:latin typeface="Malgun Gothic"/>
          <a:ea typeface="맑은 고딕"/>
        </a:defRPr>
      </a:lvl1pPr>
    </p:bodyStyle>
    <p:otherStyle>
      <a:defPPr>
        <a:defRPr sz="1800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accent_top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title"/>
          <p:cNvSpPr txBox="1"/>
          <p:nvPr/>
        </p:nvSpPr>
        <p:spPr>
          <a:xfrm>
            <a:off x="1000000" y="2400000"/>
            <a:ext cx="10192000" cy="1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ko-KR" sz="4400" b="1">
                <a:solidFill>
                  <a:srgbClr val="0F0F0F"/>
                </a:solidFill>
                <a:latin typeface="Malgun Gothic"/>
                <a:ea typeface="맑은 고딕"/>
              </a:rPr>
              <a:t>프레젠테이션 제목</a:t>
            </a:r>
          </a:p>
        </p:txBody>
      </p:sp>
      <p:sp>
        <p:nvSpPr>
          <p:cNvPr id="102" name="subtitle"/>
          <p:cNvSpPr txBox="1"/>
          <p:nvPr/>
        </p:nvSpPr>
        <p:spPr>
          <a:xfrm>
            <a:off x="1000000" y="3700000"/>
            <a:ext cx="10192000" cy="6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ko-KR" sz="2000">
                <a:solidFill>
                  <a:srgbClr val="9CA3AF"/>
                </a:solidFill>
                <a:latin typeface="Malgun Gothic"/>
                <a:ea typeface="맑은 고딕"/>
              </a:rPr>
              <a:t>부제목 또는 요약</a:t>
            </a:r>
          </a:p>
        </p:txBody>
      </p:sp>
      <p:sp>
        <p:nvSpPr>
          <p:cNvPr id="103" name="accent_bottom"/>
          <p:cNvSpPr/>
          <p:nvPr/>
        </p:nvSpPr>
        <p:spPr>
          <a:xfrm>
            <a:off x="0" y="6558000"/>
            <a:ext cx="12192000" cy="3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ection_title"/>
          <p:cNvSpPr txBox="1"/>
          <p:nvPr/>
        </p:nvSpPr>
        <p:spPr>
          <a:xfrm>
            <a:off x="1000000" y="2800000"/>
            <a:ext cx="10192000" cy="15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ko-KR" sz="5400" b="1">
                <a:solidFill>
                  <a:srgbClr val="FFFFFF"/>
                </a:solidFill>
                <a:latin typeface="Malgun Gothic"/>
                <a:ea typeface="맑은 고딕"/>
              </a:rPr>
              <a:t>섹션 제목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itle"/>
          <p:cNvSpPr txBox="1"/>
          <p:nvPr/>
        </p:nvSpPr>
        <p:spPr>
          <a:xfrm>
            <a:off x="700000" y="400000"/>
            <a:ext cx="108000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3200" b="1">
                <a:solidFill>
                  <a:srgbClr val="000000"/>
                </a:solidFill>
                <a:latin typeface="Malgun Gothic"/>
                <a:ea typeface="맑은 고딕"/>
              </a:rPr>
              <a:t>슬라이드 제목</a:t>
            </a:r>
          </a:p>
        </p:txBody>
      </p:sp>
      <p:sp>
        <p:nvSpPr>
          <p:cNvPr id="301" name="accent_line"/>
          <p:cNvSpPr/>
          <p:nvPr/>
        </p:nvSpPr>
        <p:spPr>
          <a:xfrm>
            <a:off x="700000" y="1300000"/>
            <a:ext cx="1800000" cy="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" name="body"/>
          <p:cNvSpPr txBox="1"/>
          <p:nvPr/>
        </p:nvSpPr>
        <p:spPr>
          <a:xfrm>
            <a:off x="700000" y="1700000"/>
            <a:ext cx="10800000" cy="5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2000">
                <a:solidFill>
                  <a:srgbClr val="0F0F0F"/>
                </a:solidFill>
                <a:latin typeface="Malgun Gothic"/>
                <a:ea typeface="맑은 고딕"/>
              </a:rPr>
              <a:t>• 첫 번째 요점</a:t>
            </a:r>
          </a:p>
          <a:p>
            <a:pPr algn="l"/>
            <a:r>
              <a:rPr lang="ko-KR" sz="2000">
                <a:solidFill>
                  <a:srgbClr val="0F0F0F"/>
                </a:solidFill>
                <a:latin typeface="Malgun Gothic"/>
                <a:ea typeface="맑은 고딕"/>
              </a:rPr>
              <a:t>• 두 번째 요점</a:t>
            </a:r>
          </a:p>
          <a:p>
            <a:pPr algn="l"/>
            <a:r>
              <a:rPr lang="ko-KR" sz="2000">
                <a:solidFill>
                  <a:srgbClr val="0F0F0F"/>
                </a:solidFill>
                <a:latin typeface="Malgun Gothic"/>
                <a:ea typeface="맑은 고딕"/>
              </a:rPr>
              <a:t>• 세 번째 요점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"/>
          <p:cNvSpPr txBox="1"/>
          <p:nvPr/>
        </p:nvSpPr>
        <p:spPr>
          <a:xfrm>
            <a:off x="700000" y="400000"/>
            <a:ext cx="108000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3200" b="1">
                <a:solidFill>
                  <a:srgbClr val="000000"/>
                </a:solidFill>
                <a:latin typeface="Malgun Gothic"/>
                <a:ea typeface="맑은 고딕"/>
              </a:rPr>
              <a:t>두 단 비교</a:t>
            </a:r>
          </a:p>
        </p:txBody>
      </p:sp>
      <p:sp>
        <p:nvSpPr>
          <p:cNvPr id="401" name="accent_line"/>
          <p:cNvSpPr/>
          <p:nvPr/>
        </p:nvSpPr>
        <p:spPr>
          <a:xfrm>
            <a:off x="700000" y="1300000"/>
            <a:ext cx="1800000" cy="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02" name="divider"/>
          <p:cNvSpPr/>
          <p:nvPr/>
        </p:nvSpPr>
        <p:spPr>
          <a:xfrm>
            <a:off x="6080000" y="1600000"/>
            <a:ext cx="30000" cy="48000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/>
          <a:lstStyle/>
          <a:p/>
        </p:txBody>
      </p:sp>
      <p:sp>
        <p:nvSpPr>
          <p:cNvPr id="403" name="left_title"/>
          <p:cNvSpPr txBox="1"/>
          <p:nvPr/>
        </p:nvSpPr>
        <p:spPr>
          <a:xfrm>
            <a:off x="700000" y="1600000"/>
            <a:ext cx="530000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2200" b="1">
                <a:solidFill>
                  <a:srgbClr val="4B5C6B"/>
                </a:solidFill>
                <a:latin typeface="Malgun Gothic"/>
                <a:ea typeface="맑은 고딕"/>
              </a:rPr>
              <a:t>왼쪽 제목</a:t>
            </a:r>
          </a:p>
        </p:txBody>
      </p:sp>
      <p:sp>
        <p:nvSpPr>
          <p:cNvPr id="404" name="left_body"/>
          <p:cNvSpPr txBox="1"/>
          <p:nvPr/>
        </p:nvSpPr>
        <p:spPr>
          <a:xfrm>
            <a:off x="700000" y="2200000"/>
            <a:ext cx="5300000" cy="4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1800">
                <a:solidFill>
                  <a:srgbClr val="0F0F0F"/>
                </a:solidFill>
                <a:latin typeface="Malgun Gothic"/>
                <a:ea typeface="맑은 고딕"/>
              </a:rPr>
              <a:t>• 왼쪽 항목 1</a:t>
            </a:r>
          </a:p>
          <a:p>
            <a:pPr algn="l"/>
            <a:r>
              <a:rPr lang="ko-KR" sz="1800">
                <a:solidFill>
                  <a:srgbClr val="0F0F0F"/>
                </a:solidFill>
                <a:latin typeface="Malgun Gothic"/>
                <a:ea typeface="맑은 고딕"/>
              </a:rPr>
              <a:t>• 왼쪽 항목 2</a:t>
            </a:r>
          </a:p>
        </p:txBody>
      </p:sp>
      <p:sp>
        <p:nvSpPr>
          <p:cNvPr id="405" name="right_title"/>
          <p:cNvSpPr txBox="1"/>
          <p:nvPr/>
        </p:nvSpPr>
        <p:spPr>
          <a:xfrm>
            <a:off x="6300000" y="1600000"/>
            <a:ext cx="5300000" cy="5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2200" b="1">
                <a:solidFill>
                  <a:srgbClr val="4B5C6B"/>
                </a:solidFill>
                <a:latin typeface="Malgun Gothic"/>
                <a:ea typeface="맑은 고딕"/>
              </a:rPr>
              <a:t>오른쪽 제목</a:t>
            </a:r>
          </a:p>
        </p:txBody>
      </p:sp>
      <p:sp>
        <p:nvSpPr>
          <p:cNvPr id="406" name="right_body"/>
          <p:cNvSpPr txBox="1"/>
          <p:nvPr/>
        </p:nvSpPr>
        <p:spPr>
          <a:xfrm>
            <a:off x="6300000" y="2200000"/>
            <a:ext cx="5300000" cy="4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1800">
                <a:solidFill>
                  <a:srgbClr val="0F0F0F"/>
                </a:solidFill>
                <a:latin typeface="Malgun Gothic"/>
                <a:ea typeface="맑은 고딕"/>
              </a:rPr>
              <a:t>• 오른쪽 항목 1</a:t>
            </a:r>
          </a:p>
          <a:p>
            <a:pPr algn="l"/>
            <a:r>
              <a:rPr lang="ko-KR" sz="1800">
                <a:solidFill>
                  <a:srgbClr val="0F0F0F"/>
                </a:solidFill>
                <a:latin typeface="Malgun Gothic"/>
                <a:ea typeface="맑은 고딕"/>
              </a:rPr>
              <a:t>• 오른쪽 항목 2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itle"/>
          <p:cNvSpPr txBox="1"/>
          <p:nvPr/>
        </p:nvSpPr>
        <p:spPr>
          <a:xfrm>
            <a:off x="700000" y="400000"/>
            <a:ext cx="108000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3200" b="1">
                <a:solidFill>
                  <a:srgbClr val="000000"/>
                </a:solidFill>
                <a:latin typeface="Malgun Gothic"/>
                <a:ea typeface="맑은 고딕"/>
              </a:rPr>
              <a:t>표 슬라이드</a:t>
            </a:r>
          </a:p>
        </p:txBody>
      </p:sp>
      <p:sp>
        <p:nvSpPr>
          <p:cNvPr id="501" name="accent_line"/>
          <p:cNvSpPr/>
          <p:nvPr/>
        </p:nvSpPr>
        <p:spPr>
          <a:xfrm>
            <a:off x="700000" y="1300000"/>
            <a:ext cx="1800000" cy="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02" name="h1"/>
          <p:cNvSpPr/>
          <p:nvPr/>
        </p:nvSpPr>
        <p:spPr>
          <a:xfrm>
            <a:off x="700000" y="1900000"/>
            <a:ext cx="3600000" cy="5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Malgun Gothic"/>
                <a:ea typeface="맑은 고딕"/>
              </a:rPr>
              <a:t>컬럼 1</a:t>
            </a:r>
          </a:p>
        </p:txBody>
      </p:sp>
      <p:sp>
        <p:nvSpPr>
          <p:cNvPr id="503" name="h2"/>
          <p:cNvSpPr/>
          <p:nvPr/>
        </p:nvSpPr>
        <p:spPr>
          <a:xfrm>
            <a:off x="4320000" y="1900000"/>
            <a:ext cx="3600000" cy="5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Malgun Gothic"/>
                <a:ea typeface="맑은 고딕"/>
              </a:rPr>
              <a:t>컬럼 2</a:t>
            </a:r>
          </a:p>
        </p:txBody>
      </p:sp>
      <p:sp>
        <p:nvSpPr>
          <p:cNvPr id="504" name="h3"/>
          <p:cNvSpPr/>
          <p:nvPr/>
        </p:nvSpPr>
        <p:spPr>
          <a:xfrm>
            <a:off x="7940000" y="1900000"/>
            <a:ext cx="3555000" cy="5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Malgun Gothic"/>
                <a:ea typeface="맑은 고딕"/>
              </a:rPr>
              <a:t>컬럼 3</a:t>
            </a:r>
          </a:p>
        </p:txBody>
      </p:sp>
      <p:sp>
        <p:nvSpPr>
          <p:cNvPr id="505" name="r1c1"/>
          <p:cNvSpPr/>
          <p:nvPr/>
        </p:nvSpPr>
        <p:spPr>
          <a:xfrm>
            <a:off x="700000" y="2410000"/>
            <a:ext cx="3600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0F0F0F"/>
                </a:solidFill>
                <a:latin typeface="Malgun Gothic"/>
                <a:ea typeface="맑은 고딕"/>
              </a:rPr>
              <a:t>데이터 1,1</a:t>
            </a:r>
          </a:p>
        </p:txBody>
      </p:sp>
      <p:sp>
        <p:nvSpPr>
          <p:cNvPr id="506" name="r1c2"/>
          <p:cNvSpPr/>
          <p:nvPr/>
        </p:nvSpPr>
        <p:spPr>
          <a:xfrm>
            <a:off x="4320000" y="2410000"/>
            <a:ext cx="3600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0F0F0F"/>
                </a:solidFill>
                <a:latin typeface="Malgun Gothic"/>
                <a:ea typeface="맑은 고딕"/>
              </a:rPr>
              <a:t>데이터 1,2</a:t>
            </a:r>
          </a:p>
        </p:txBody>
      </p:sp>
      <p:sp>
        <p:nvSpPr>
          <p:cNvPr id="507" name="r1c3"/>
          <p:cNvSpPr/>
          <p:nvPr/>
        </p:nvSpPr>
        <p:spPr>
          <a:xfrm>
            <a:off x="7940000" y="2410000"/>
            <a:ext cx="3555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0F0F0F"/>
                </a:solidFill>
                <a:latin typeface="Malgun Gothic"/>
                <a:ea typeface="맑은 고딕"/>
              </a:rPr>
              <a:t>데이터 1,3</a:t>
            </a:r>
          </a:p>
        </p:txBody>
      </p:sp>
      <p:sp>
        <p:nvSpPr>
          <p:cNvPr id="508" name="r2c1"/>
          <p:cNvSpPr/>
          <p:nvPr/>
        </p:nvSpPr>
        <p:spPr>
          <a:xfrm>
            <a:off x="700000" y="2920000"/>
            <a:ext cx="3600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0F0F0F"/>
                </a:solidFill>
                <a:latin typeface="Malgun Gothic"/>
                <a:ea typeface="맑은 고딕"/>
              </a:rPr>
              <a:t>데이터 2,1</a:t>
            </a:r>
          </a:p>
        </p:txBody>
      </p:sp>
      <p:sp>
        <p:nvSpPr>
          <p:cNvPr id="509" name="r2c2"/>
          <p:cNvSpPr/>
          <p:nvPr/>
        </p:nvSpPr>
        <p:spPr>
          <a:xfrm>
            <a:off x="4320000" y="2920000"/>
            <a:ext cx="3600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0F0F0F"/>
                </a:solidFill>
                <a:latin typeface="Malgun Gothic"/>
                <a:ea typeface="맑은 고딕"/>
              </a:rPr>
              <a:t>데이터 2,2</a:t>
            </a:r>
          </a:p>
        </p:txBody>
      </p:sp>
      <p:sp>
        <p:nvSpPr>
          <p:cNvPr id="510" name="r2c3"/>
          <p:cNvSpPr/>
          <p:nvPr/>
        </p:nvSpPr>
        <p:spPr>
          <a:xfrm>
            <a:off x="7940000" y="2920000"/>
            <a:ext cx="355500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200">
                <a:solidFill>
                  <a:srgbClr val="0F0F0F"/>
                </a:solidFill>
                <a:latin typeface="Malgun Gothic"/>
                <a:ea typeface="맑은 고딕"/>
              </a:rPr>
              <a:t>데이터 2,3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itle"/>
          <p:cNvSpPr txBox="1"/>
          <p:nvPr/>
        </p:nvSpPr>
        <p:spPr>
          <a:xfrm>
            <a:off x="700000" y="400000"/>
            <a:ext cx="10800000" cy="8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ko-KR" sz="3200" b="1">
                <a:solidFill>
                  <a:srgbClr val="000000"/>
                </a:solidFill>
                <a:latin typeface="Malgun Gothic"/>
                <a:ea typeface="맑은 고딕"/>
              </a:rPr>
              <a:t>이미지/차트 슬라이드</a:t>
            </a:r>
          </a:p>
        </p:txBody>
      </p:sp>
      <p:sp>
        <p:nvSpPr>
          <p:cNvPr id="601" name="accent_line"/>
          <p:cNvSpPr/>
          <p:nvPr/>
        </p:nvSpPr>
        <p:spPr>
          <a:xfrm>
            <a:off x="700000" y="1300000"/>
            <a:ext cx="1800000" cy="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02" name="placeholder"/>
          <p:cNvSpPr/>
          <p:nvPr/>
        </p:nvSpPr>
        <p:spPr>
          <a:xfrm>
            <a:off x="1800000" y="1900000"/>
            <a:ext cx="8500000" cy="4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wrap="square" rtlCol="0"/>
          <a:lstStyle/>
          <a:p>
            <a:pPr algn="ctr"/>
            <a:r>
              <a:rPr lang="ko-KR" sz="1800">
                <a:solidFill>
                  <a:srgbClr val="9CA3AF"/>
                </a:solidFill>
                <a:latin typeface="Malgun Gothic"/>
                <a:ea typeface="맑은 고딕"/>
              </a:rPr>
              <a:t>이미지 또는 차트 삽입 영역</a:t>
            </a:r>
          </a:p>
        </p:txBody>
      </p:sp>
    </p:spTree>
  </p:cSld>
</p:sld>
</file>

<file path=ppt/theme/theme1.xml><?xml version="1.0" encoding="utf-8"?>
<a:theme xmlns:a="http://schemas.openxmlformats.org/drawingml/2006/main" name="000000">
  <a:themeElements>
    <a:clrScheme name="Custom">
      <a:dk1>
        <a:srgbClr val="0F0F0F"/>
      </a:dk1>
      <a:lt1>
        <a:srgbClr val="FFFFFF"/>
      </a:lt1>
      <a:dk2>
        <a:srgbClr val="4B5C6B"/>
      </a:dk2>
      <a:lt2>
        <a:srgbClr val="9CA3AF"/>
      </a:lt2>
      <a:accent1>
        <a:srgbClr val="000000"/>
      </a:accent1>
      <a:accent2>
        <a:srgbClr val="4B5C6B"/>
      </a:accent2>
      <a:accent3>
        <a:srgbClr val="EF4444"/>
      </a:accent3>
      <a:accent4>
        <a:srgbClr val="9CA3AF"/>
      </a:accent4>
      <a:accent5>
        <a:srgbClr val="000000"/>
      </a:accent5>
      <a:accent6>
        <a:srgbClr val="EF4444"/>
      </a:accent6>
      <a:hlink>
        <a:srgbClr val="000000"/>
      </a:hlink>
      <a:folHlink>
        <a:srgbClr val="9CA3AF"/>
      </a:folHlink>
    </a:clrScheme>
    <a:fontScheme name="Korean">
      <a:majorFont>
        <a:latin typeface="Malgun Gothic"/>
        <a:ea typeface="맑은 고딕"/>
        <a:cs typeface=""/>
      </a:majorFont>
      <a:minorFont>
        <a:latin typeface="Malgun Gothic"/>
        <a:ea typeface="맑은 고딕"/>
        <a:cs typeface=""/>
      </a:minorFont>
    </a:fontScheme>
    <a:fmtScheme name="Defaul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ASAS PPT Builder</Application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minimal template</dc:title>
  <dc:creator>ASAS PPT Builder</dc:creator>
  <cp:lastModifiedBy>ASAS</cp:lastModifiedBy>
  <cp:revision>1</cp:revision>
</cp:coreProperties>
</file>