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54864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Nomos LLM PRO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코드 검토 보고서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LLM 코딩 어시스턴트  |  PySide6 Desktop App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Date: 2026-02-22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Internal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8813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목적과 기술 스택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7099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1627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16276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4-Layer 구조 및 모듈 관계도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249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검토 결과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발견된 6개 이슈 및 상세 분석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71216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29535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28712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적용 내역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9120" y="28712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Before/After 비교 및 수정 내용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493008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357530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34930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 흐름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89120" y="34930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흐름 및 자기교정 루프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114800"/>
            <a:ext cx="768096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419709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114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제언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891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평가 및 향후 개선 방향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폐쇄망 환경에서 사용 가능한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코딩 어시스턴트 데스크톱 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특징: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API-First + GGUF 로컬 폴백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기반 코드 수정 + Git 관리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 에이전트 + Ralph 자율 루프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PySide6 GUI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자기교정 (Self-Correction) 엔진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8229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8229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426464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26464"/>
            <a:ext cx="54864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4264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4264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PySide6 (Qt6)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029968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02996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0299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0299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llama-cpp-python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633472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33472"/>
            <a:ext cx="54864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63347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Editor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633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Aider-chat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36976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2369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2369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 Nanobot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840480"/>
            <a:ext cx="3749040" cy="53035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840480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8404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840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config.ini (INI)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시스템 아키텍처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3774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31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Layer (PySide6)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3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MainWindow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0759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07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ChatPanel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81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CodeEditor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30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DiffViewer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40487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04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67919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79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ProjectPanel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95351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Dialogs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685800"/>
            <a:ext cx="23774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26080" y="731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103327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1033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AppConfig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26080" y="130759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13075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LLMProvider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0" y="158191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1581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PromptBuilder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0" y="185623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0" y="1856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SelfCorrection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6080" y="213055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21305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GGUFServer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0" y="2404872"/>
            <a:ext cx="21945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0" y="2404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LLMWorker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94960" y="685800"/>
            <a:ext cx="1737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731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103327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1033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NanobotManager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130759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1307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RalphLoop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158191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0" y="15819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SKProvider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0" y="185623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0" y="18562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4960" y="1828800"/>
            <a:ext cx="17373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 Layer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0" y="217627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2176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AiderBridge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0" y="245059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0" y="2450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ProjectManager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0" y="2724912"/>
            <a:ext cx="155448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0" y="27249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063240"/>
            <a:ext cx="685800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Services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3383280"/>
            <a:ext cx="123444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3383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LLM(30B)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783080" y="3383280"/>
            <a:ext cx="123444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1783080" y="3383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 LLM(80B)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108960" y="3383280"/>
            <a:ext cx="123444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3108960" y="3383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LLM(20B)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34840" y="3383280"/>
            <a:ext cx="123444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4434840" y="3383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GGUF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760720" y="3383280"/>
            <a:ext cx="123444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5760720" y="33832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1783080"/>
            <a:ext cx="182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12080" y="1188720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12080" y="2286000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06640" y="685800"/>
            <a:ext cx="1463040" cy="2194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498080" y="731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범례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543800" y="1051560"/>
            <a:ext cx="18288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Text 70"/>
          <p:cNvSpPr/>
          <p:nvPr/>
        </p:nvSpPr>
        <p:spPr>
          <a:xfrm>
            <a:off x="777240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229600" y="1051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PySide6 GUI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543800" y="1325880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5" name="Text 73"/>
          <p:cNvSpPr/>
          <p:nvPr/>
        </p:nvSpPr>
        <p:spPr>
          <a:xfrm>
            <a:off x="7772400" y="132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229600" y="13258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호출/설정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543800" y="1600200"/>
            <a:ext cx="18288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8" name="Text 76"/>
          <p:cNvSpPr/>
          <p:nvPr/>
        </p:nvSpPr>
        <p:spPr>
          <a:xfrm>
            <a:off x="7772400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229600" y="1600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MAGI/Ralph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543800" y="1874520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1" name="Text 79"/>
          <p:cNvSpPr/>
          <p:nvPr/>
        </p:nvSpPr>
        <p:spPr>
          <a:xfrm>
            <a:off x="7772400" y="1874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Aider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229600" y="18745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수정/Git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543800" y="2148840"/>
            <a:ext cx="18288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4" name="Text 82"/>
          <p:cNvSpPr/>
          <p:nvPr/>
        </p:nvSpPr>
        <p:spPr>
          <a:xfrm>
            <a:off x="777240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229600" y="2148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서비스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7" name="Text 8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Flow:  User → UI Layer → Core Layer → Agent/Aider → External (API or Local GGUF)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프로젝트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2062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7772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config.ini          ← API URL/모델 설정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token.txt           ← API 인증 토큰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main_window.py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config.py       (configparser)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llm_provider.py (API+GGUF)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prompt_builder.py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self_correction.py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gguf_server.py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chat_panel.py   (히스토리 누적)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code_editor.py, sidebar.py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diff_viewer.py, header.py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project_panel.py, dialogs.py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nanobot_manager.py (MAGI)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ralph_loop.py, tools.py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aider/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bridge.py, project_manager.py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git_ops.py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  ← *.gguf 파일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0" y="685800"/>
            <a:ext cx="393192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68580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731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설정(config.ini), LLM 호출(API/GGUF),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빌더, 자기교정 엔진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93192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PySide6 GUI 위젯 모음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ChatPanel, CodeEditor, DiffViewer 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393192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24028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MAGI 나노봇 에이전트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Ralph 자율 반복 루프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393192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17520"/>
            <a:ext cx="54864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aider/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Aider-chat 코드 수정 브릿지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stash 기반 승인 워크플로우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794760"/>
            <a:ext cx="3931920" cy="685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79476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config.ini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URL, 모델명, max_tokens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환경별 설정 (dev/prod/common/local)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코드 검토 결과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6개 이슈 발견  |  HIGH 2건  /  MEDIUM 1건  /  LOW 3건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4400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042416"/>
            <a:ext cx="594360" cy="31089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4241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914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ISS-1:  API URL 하드코딩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9144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config.py에 URL 직접 기입 → 환경 전환 시 코드 수정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72768"/>
            <a:ext cx="54864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700784"/>
            <a:ext cx="594360" cy="31089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0078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ISS-2:  대화 히스토리 미누적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15727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ChatPanel이 응답마다 덮어쓰기 → 이전 대화 소실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23113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231136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359152"/>
            <a:ext cx="594360" cy="31089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35915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22311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ISS-3:  LLM 호출 취소 미작동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2311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_cancelled 플래그만 존재, 실제 체크 로직 부재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88950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889504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3017520"/>
            <a:ext cx="5943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0175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28895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ISS-4:  README.md 미비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28895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2줄만 존재 → 설치/사용법/구조 설명 없음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4787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547872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675888"/>
            <a:ext cx="5943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6758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35478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ISS-5:  n_threads 하드코딩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35478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GGUF 서버 스레드 수 8 고정 → CPU별 최적화 불가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206240"/>
            <a:ext cx="54864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4334256"/>
            <a:ext cx="5943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33425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5448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ISS-6:  불필요 의존성 (loguru)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206240" y="4206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loguru 선언 but 미사용 (표준 logging 사용 중)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개선 적용 내역 (Before / After)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03120" y="640080"/>
            <a:ext cx="292608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(문제점)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640080"/>
            <a:ext cx="3383280" cy="3200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640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(개선)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API URL 관리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05156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config.py 내부 하드코딩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105156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config.ini 외부 설정파일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627632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대화 히스토리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162763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매번 덮어쓰기 (1회성)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627632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627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누적 히스토리 (MAX 100)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203704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203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LLM Cancel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2203704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203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플래그만 존재 (미작동)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203704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2037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실제 취소 + HTTP 세션 종료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779776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779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README.md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2779776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2779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2줄 (# magi / magi llm)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2779776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779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전체 문서 (설치/사용법/구조)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355848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n_threads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03120" y="335584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3355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하드코딩 (8 고정)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3355848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3355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os.cpu_count() 자동 감지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931920"/>
            <a:ext cx="1371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requirements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03120" y="39319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loguru 포함 (미사용)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393192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주석 처리 + 설명 추가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645152"/>
            <a:ext cx="80467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6451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Issues Found  →  6 Issues Fixed  |  Code Quality: Significantly Improved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개선 상세 - config.ini 기반 설정 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402336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31520"/>
            <a:ext cx="54864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BEFORE: 하드코딩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 내부 직접 기입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ENV_CONFIG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"http://dev.assis..."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"model": "Qwen3-Coder..."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"http://summary..."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31520"/>
            <a:ext cx="402336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31520"/>
            <a:ext cx="54864" cy="3291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AFTER: config.ini 외부 설정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config.ini (외부 파일)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[dev]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http://dev.assistant...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Qwen3-Coder-30B...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DEV(30B)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 = 8192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http://summary.llm...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Qwen3-Next-80B...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 없이 URL/모델 변경  |  configparser 표준 라이브러리  |  reload_config() 런타임 갱신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LLM 호출 시퀀스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9144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ChatPanel에서 메시지 전송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_on_send() 히스토리에 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60020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77724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7724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9144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시작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LLMWorker(QThread)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requests.Session 초기화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60020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77724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54864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9144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914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빌드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PromptBuilder가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system_prompt + user_msg 조합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697480"/>
            <a:ext cx="54864" cy="1645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API: requests.post(url)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Local: llama.cpp 추론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3240" y="35204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69748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69748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28346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3192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자기교정 (옵션)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7472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SelfCorrection이 응답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시 최대 3회 재시도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35204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697480"/>
            <a:ext cx="25603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69748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28346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65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반환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0936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result_ready.emit()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히스토리에 누적 + 렌더링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기능: cancel() → session.close() → 진행 중인 HTTP 요청 즉시 중단 + _cancelled 플래그 체크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개선 상세 - 대화 히스토리 &amp; 취소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402336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31520"/>
            <a:ext cx="54864" cy="3840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히스토리 누적 구현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변경 (chat_panel.py):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_messages = [] 리스트 추가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MAX_HISTORY = 100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_add_message() 누적 메서드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_render_history() 전체 렌더링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show_response() → append + render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clear_history() 초기화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이전 대화가 유지되어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연속적인 코드 리뷰 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31520"/>
            <a:ext cx="402336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31520"/>
            <a:ext cx="54864" cy="3840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 취소 기능 강화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변경 (workers.py):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requests.Session()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run() 진입 시 취소 확인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Self-Correction 후 취소 확인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 후 취소 확인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cancel() → session.close()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asyncio.set_event_loop 제거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긴 LLM 응답 대기 중에도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취소 + 리소스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Nomos LLM PRO - 종합 코드 검토 보고서</dc:title>
  <dc:subject>PptxGenJS Presentation</dc:subject>
  <dc:creator>Code Review Team</dc:creator>
  <cp:lastModifiedBy>Code Review Team</cp:lastModifiedBy>
  <cp:revision>1</cp:revision>
  <dcterms:created xsi:type="dcterms:W3CDTF">2026-02-22T11:27:34Z</dcterms:created>
  <dcterms:modified xsi:type="dcterms:W3CDTF">2026-02-22T11:27:34Z</dcterms:modified>
</cp:coreProperties>
</file>